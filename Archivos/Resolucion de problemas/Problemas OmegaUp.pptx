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4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4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5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8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3/17/2024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9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3/17/2024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8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3/17/2024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8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69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68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1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68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0C11B-582D-4BD6-AFEF-ED15AAF1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3999" cy="2283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ECB7DC-940B-9007-9FB9-88064E5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3" y="397275"/>
            <a:ext cx="8476567" cy="1638259"/>
          </a:xfrm>
        </p:spPr>
        <p:txBody>
          <a:bodyPr anchor="ctr">
            <a:normAutofit/>
          </a:bodyPr>
          <a:lstStyle/>
          <a:p>
            <a:r>
              <a:rPr lang="es-MX" dirty="0"/>
              <a:t>Problemas </a:t>
            </a:r>
            <a:r>
              <a:rPr lang="es-MX" dirty="0" err="1"/>
              <a:t>OmegaUp</a:t>
            </a:r>
            <a:endParaRPr lang="es-MX" dirty="0"/>
          </a:p>
        </p:txBody>
      </p:sp>
      <p:pic>
        <p:nvPicPr>
          <p:cNvPr id="4" name="Picture 3" descr="Una red de puntos conectados">
            <a:extLst>
              <a:ext uri="{FF2B5EF4-FFF2-40B4-BE49-F238E27FC236}">
                <a16:creationId xmlns:a16="http://schemas.microsoft.com/office/drawing/2014/main" id="{1F5C3007-0C05-B08E-8113-27473AD56B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55" r="-2" b="-2"/>
          <a:stretch/>
        </p:blipFill>
        <p:spPr>
          <a:xfrm>
            <a:off x="20" y="2283223"/>
            <a:ext cx="9143978" cy="4574778"/>
          </a:xfrm>
          <a:prstGeom prst="rect">
            <a:avLst/>
          </a:prstGeom>
        </p:spPr>
      </p:pic>
      <p:pic>
        <p:nvPicPr>
          <p:cNvPr id="2050" name="Picture 2" descr="La espiral de Ulam - Gaussianos">
            <a:extLst>
              <a:ext uri="{FF2B5EF4-FFF2-40B4-BE49-F238E27FC236}">
                <a16:creationId xmlns:a16="http://schemas.microsoft.com/office/drawing/2014/main" id="{19692DCB-EBCC-2F28-536E-D2F8EBC42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8" y="0"/>
            <a:ext cx="3020880" cy="228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álculo Matemático: Qué Es Y Para Qué Sirve, 55% OFF">
            <a:extLst>
              <a:ext uri="{FF2B5EF4-FFF2-40B4-BE49-F238E27FC236}">
                <a16:creationId xmlns:a16="http://schemas.microsoft.com/office/drawing/2014/main" id="{FC0B3894-2C95-BCF7-B04E-0049BED6D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769" y="2737769"/>
            <a:ext cx="3047231" cy="171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ué sabes sobre la trigonometría?">
            <a:extLst>
              <a:ext uri="{FF2B5EF4-FFF2-40B4-BE49-F238E27FC236}">
                <a16:creationId xmlns:a16="http://schemas.microsoft.com/office/drawing/2014/main" id="{72DB89A6-46EE-772A-A762-180EC3A4B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770" y="5123378"/>
            <a:ext cx="3047230" cy="171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F271D-530A-22EE-614D-17C85ABB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57" y="1416256"/>
            <a:ext cx="8517511" cy="968018"/>
          </a:xfrm>
        </p:spPr>
        <p:txBody>
          <a:bodyPr>
            <a:normAutofit fontScale="90000"/>
          </a:bodyPr>
          <a:lstStyle/>
          <a:p>
            <a:r>
              <a:rPr lang="es-MX" sz="8000" b="1" i="0" dirty="0">
                <a:effectLst/>
                <a:latin typeface="-apple-system"/>
              </a:rPr>
              <a:t>2534. ULAM</a:t>
            </a:r>
            <a:br>
              <a:rPr lang="es-MX" b="0" i="0" dirty="0">
                <a:solidFill>
                  <a:srgbClr val="212529"/>
                </a:solidFill>
                <a:effectLst/>
                <a:latin typeface="-apple-system"/>
              </a:rPr>
            </a:b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BF86FB-F03A-DB0B-ED5C-A7DB7E0CFB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40" t="40000" r="26147" b="13062"/>
          <a:stretch/>
        </p:blipFill>
        <p:spPr>
          <a:xfrm>
            <a:off x="178502" y="2384274"/>
            <a:ext cx="7341797" cy="4249865"/>
          </a:xfrm>
          <a:prstGeom prst="rect">
            <a:avLst/>
          </a:prstGeom>
        </p:spPr>
      </p:pic>
      <p:pic>
        <p:nvPicPr>
          <p:cNvPr id="1026" name="Picture 2" descr="Problema «Sucesión de ULAM» | jc-Mouse.net">
            <a:extLst>
              <a:ext uri="{FF2B5EF4-FFF2-40B4-BE49-F238E27FC236}">
                <a16:creationId xmlns:a16="http://schemas.microsoft.com/office/drawing/2014/main" id="{BDA1F685-3632-0637-766E-39F19A2E5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9254" y="280927"/>
            <a:ext cx="1692631" cy="1855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7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30F96-7CFC-CFC8-3117-9BB1180D7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Codificación Python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115966-42FA-2FF5-F586-DE043ACCEAB1}"/>
              </a:ext>
            </a:extLst>
          </p:cNvPr>
          <p:cNvSpPr txBox="1"/>
          <p:nvPr/>
        </p:nvSpPr>
        <p:spPr>
          <a:xfrm>
            <a:off x="288420" y="2505944"/>
            <a:ext cx="9017949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8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#Resolucion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problema de ULAM </a:t>
            </a:r>
          </a:p>
          <a:p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pt-BR" sz="2800" b="0" dirty="0" err="1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pt-BR" sz="28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N,end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N != </a:t>
            </a:r>
            <a:r>
              <a:rPr lang="pt-BR" sz="28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N % </a:t>
            </a:r>
            <a:r>
              <a:rPr lang="pt-BR" sz="28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pt-BR" sz="28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N</a:t>
            </a:r>
            <a:r>
              <a:rPr lang="pt-BR" sz="28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//= 2</a:t>
            </a:r>
            <a:endParaRPr lang="pt-BR" sz="28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N = N * </a:t>
            </a:r>
            <a:r>
              <a:rPr lang="pt-BR" sz="28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sz="28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endParaRPr lang="pt-BR" sz="28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N,end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28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sz="28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636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BB509-E5EB-E1C5-24CB-458B5E4E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Codificación C++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A34553-4136-E2DB-6404-BD264058CAFD}"/>
              </a:ext>
            </a:extLst>
          </p:cNvPr>
          <p:cNvSpPr txBox="1"/>
          <p:nvPr/>
        </p:nvSpPr>
        <p:spPr>
          <a:xfrm>
            <a:off x="220054" y="2333685"/>
            <a:ext cx="6097424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using </a:t>
            </a:r>
            <a:r>
              <a:rPr lang="en-US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std;</a:t>
            </a:r>
          </a:p>
          <a:p>
            <a:b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N;  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&gt;&gt; N;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&lt;&lt; N &lt;&lt;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(N !=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(N %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N /=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N = N *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&lt;&lt; N &lt;&lt;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7114352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146</Words>
  <Application>Microsoft Office PowerPoint</Application>
  <PresentationFormat>Panorámica</PresentationFormat>
  <Paragraphs>28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Avenir Next LT Pro</vt:lpstr>
      <vt:lpstr>Bahnschrift</vt:lpstr>
      <vt:lpstr>Consolas</vt:lpstr>
      <vt:lpstr>MatrixVTI</vt:lpstr>
      <vt:lpstr>Problemas OmegaUp</vt:lpstr>
      <vt:lpstr>2534. ULAM </vt:lpstr>
      <vt:lpstr>Codificación Python</vt:lpstr>
      <vt:lpstr>Codificación C++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Problemas OmegaUp</dc:title>
  <dc:creator>Leonardo Vicente Jimenez</dc:creator>
  <cp:lastModifiedBy>Leonardo Vicente Jimenez</cp:lastModifiedBy>
  <cp:revision>1</cp:revision>
  <dcterms:created xsi:type="dcterms:W3CDTF">2024-03-18T02:02:36Z</dcterms:created>
  <dcterms:modified xsi:type="dcterms:W3CDTF">2024-03-18T02:16:05Z</dcterms:modified>
</cp:coreProperties>
</file>